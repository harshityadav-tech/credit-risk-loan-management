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4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D46F36-F5A7-4655-A77C-9B9BA3C3B9F6}" v="7" dt="2025-09-13T06:11:52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54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543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61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508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919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430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90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74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0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48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5463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91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00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35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55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16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671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Credit Risk Evaluation Using Logistic Regression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Predictive Modeling | ROC/AUC Analysis | Financial Risk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a predictive model to evaluate credit risk of loan applicants</a:t>
            </a:r>
          </a:p>
          <a:p>
            <a:r>
              <a:t>• Use Logistic Regression to classify applicants into risk categories</a:t>
            </a:r>
          </a:p>
          <a:p>
            <a:r>
              <a:t>• Validate the model using ROC/AUC metrics</a:t>
            </a:r>
          </a:p>
          <a:p>
            <a:r>
              <a:t>• Provide insights for financial risk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(NumPy, Pandas, Scikit-learn)</a:t>
            </a:r>
          </a:p>
          <a:p>
            <a:r>
              <a:t>• Logistic Regression</a:t>
            </a:r>
          </a:p>
          <a:p>
            <a:r>
              <a:t>• ROC Curve &amp; AUC Evaluation</a:t>
            </a:r>
          </a:p>
          <a:p>
            <a:r>
              <a:t>• Matplotlib/Seaborn for Visualization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/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Collection &amp; Cleaning</a:t>
            </a:r>
          </a:p>
          <a:p>
            <a:r>
              <a:t>2. Feature Engineering (e.g., income, credit history, loan amount)</a:t>
            </a:r>
          </a:p>
          <a:p>
            <a:r>
              <a:t>3. Train-Test Split</a:t>
            </a:r>
          </a:p>
          <a:p>
            <a:r>
              <a:t>4. Logistic Regression Model Training</a:t>
            </a:r>
          </a:p>
          <a:p>
            <a:r>
              <a:t>5. Model Evaluation (ROC, AUC, Accuracy)</a:t>
            </a:r>
          </a:p>
          <a:p>
            <a:r>
              <a:t>6. Risk Categorization of Applicants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262329"/>
            <a:ext cx="7055380" cy="682051"/>
          </a:xfrm>
        </p:spPr>
        <p:txBody>
          <a:bodyPr/>
          <a:lstStyle/>
          <a:p>
            <a:pPr algn="ctr"/>
            <a:r>
              <a:rPr lang="en-IN" dirty="0"/>
              <a:t>CSV file code</a:t>
            </a:r>
            <a:endParaRPr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9263043-88BB-5E56-EA87-9134675556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575" y="1274165"/>
            <a:ext cx="7055379" cy="4974236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31470-9B55-EE9A-0334-82B69C4E5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710" y="0"/>
            <a:ext cx="7055380" cy="1853248"/>
          </a:xfrm>
        </p:spPr>
        <p:txBody>
          <a:bodyPr/>
          <a:lstStyle/>
          <a:p>
            <a:pPr algn="ctr"/>
            <a:r>
              <a:rPr lang="en-IN" dirty="0"/>
              <a:t>Implementation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F6CC0C-4CE8-4C2A-7B51-41B23F0EDE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557" y="1184223"/>
            <a:ext cx="7540053" cy="5336498"/>
          </a:xfrm>
        </p:spPr>
      </p:pic>
    </p:spTree>
    <p:extLst>
      <p:ext uri="{BB962C8B-B14F-4D97-AF65-F5344CB8AC3E}">
        <p14:creationId xmlns:p14="http://schemas.microsoft.com/office/powerpoint/2010/main" val="19688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38D5-3B5E-8AD9-1C97-10B1503EA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09" y="452718"/>
            <a:ext cx="7055380" cy="1400530"/>
          </a:xfrm>
        </p:spPr>
        <p:txBody>
          <a:bodyPr/>
          <a:lstStyle/>
          <a:p>
            <a:pPr algn="ctr"/>
            <a:r>
              <a:rPr lang="en-IN" dirty="0"/>
              <a:t>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3E2CC4-E85F-DB66-FE52-3F18AC25D9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009" y="1394085"/>
            <a:ext cx="8195982" cy="5231567"/>
          </a:xfrm>
        </p:spPr>
      </p:pic>
    </p:spTree>
    <p:extLst>
      <p:ext uri="{BB962C8B-B14F-4D97-AF65-F5344CB8AC3E}">
        <p14:creationId xmlns:p14="http://schemas.microsoft.com/office/powerpoint/2010/main" val="2163094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ROC Curve plotted for model evaluation</a:t>
            </a:r>
          </a:p>
          <a:p>
            <a:r>
              <a:t>• AUC value indicates model performance</a:t>
            </a:r>
          </a:p>
          <a:p>
            <a:r>
              <a:t>• Applicants categorized as High Risk or Low Risk</a:t>
            </a:r>
          </a:p>
          <a:p>
            <a:r>
              <a:t>• Insights help lenders reduce default probability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 provides an effective way to predict credit risk</a:t>
            </a:r>
          </a:p>
          <a:p>
            <a:r>
              <a:t>• ROC/AUC metrics validate model reliability</a:t>
            </a:r>
          </a:p>
          <a:p>
            <a:r>
              <a:t>• Helps financial institutions in risk management &amp; decision making</a:t>
            </a:r>
          </a:p>
          <a:p>
            <a:r>
              <a:t>• Future scope: Ensemble Models, Deep Learning approaches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67</TotalTime>
  <Words>214</Words>
  <Application>Microsoft Office PowerPoint</Application>
  <PresentationFormat>On-screen Show (4:3)</PresentationFormat>
  <Paragraphs>32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Credit Risk Evaluation Using Logistic Regression</vt:lpstr>
      <vt:lpstr>Objective</vt:lpstr>
      <vt:lpstr>Tools &amp; Technologies Used</vt:lpstr>
      <vt:lpstr>Methodology / Workflow</vt:lpstr>
      <vt:lpstr>CSV file code</vt:lpstr>
      <vt:lpstr>Implementation</vt:lpstr>
      <vt:lpstr>Output</vt:lpstr>
      <vt:lpstr>Output &amp; 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 Yadav</cp:lastModifiedBy>
  <cp:revision>2</cp:revision>
  <dcterms:created xsi:type="dcterms:W3CDTF">2013-01-27T09:14:16Z</dcterms:created>
  <dcterms:modified xsi:type="dcterms:W3CDTF">2025-09-13T06:17:50Z</dcterms:modified>
  <cp:category/>
</cp:coreProperties>
</file>